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email-automation-demo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9B2F0"/>
                </a:solidFill>
              </a:rPr>
              <a:t>GitNexus Wiki 圖表合輯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105 nodes  ·  175 edges  ·  7 clusters  ·  5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9AB5"/>
                </a:solidFill>
              </a:rPr>
              <a:t>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系統總覽 — 五段 Pipeline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608" y="914400"/>
            <a:ext cx="376647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Email 過濾與摘要</a:t>
            </a:r>
          </a:p>
        </p:txBody>
      </p:sp>
      <p:pic>
        <p:nvPicPr>
          <p:cNvPr id="4" name="Picture 3" descr="email-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0770"/>
            <a:ext cx="11460175" cy="324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冪等快取 Caching</a:t>
            </a:r>
          </a:p>
        </p:txBody>
      </p:sp>
      <p:pic>
        <p:nvPicPr>
          <p:cNvPr id="4" name="Picture 3" descr="c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22979"/>
            <a:ext cx="11460175" cy="4560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Notion 任務整合</a:t>
            </a:r>
          </a:p>
        </p:txBody>
      </p:sp>
      <p:pic>
        <p:nvPicPr>
          <p:cNvPr id="4" name="Picture 3" descr="notion-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75" y="914400"/>
            <a:ext cx="8680744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Telegram / LINE 推播</a:t>
            </a:r>
          </a:p>
        </p:txBody>
      </p:sp>
      <p:pic>
        <p:nvPicPr>
          <p:cNvPr id="4" name="Picture 3" descr="mess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47" y="914400"/>
            <a:ext cx="1067660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CI 與排程自動化</a:t>
            </a:r>
          </a:p>
        </p:txBody>
      </p:sp>
      <p:pic>
        <p:nvPicPr>
          <p:cNvPr id="4" name="Picture 3" descr="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65" y="914400"/>
            <a:ext cx="276596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其他模組</a:t>
            </a:r>
          </a:p>
        </p:txBody>
      </p:sp>
      <p:pic>
        <p:nvPicPr>
          <p:cNvPr id="4" name="Picture 3" descr="o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14313"/>
            <a:ext cx="11460175" cy="4978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