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0152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email-automation-demo — 架構圖表合輯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576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>
                <a:solidFill>
                  <a:srgbClr val="FFFFFF"/>
                </a:solidFill>
              </a:rPr>
              <a:t>5 張圖表 ｜ 含 LINE + Google Calendar 輸出 ｜ 2026-06-18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01｜心智圖</a:t>
            </a:r>
          </a:p>
        </p:txBody>
      </p:sp>
      <p:pic>
        <p:nvPicPr>
          <p:cNvPr id="3" name="Picture 2" descr="email-automation-01-心智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28" y="1005840"/>
            <a:ext cx="10762238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02｜流程圖</a:t>
            </a:r>
          </a:p>
        </p:txBody>
      </p:sp>
      <p:pic>
        <p:nvPicPr>
          <p:cNvPr id="3" name="Picture 2" descr="email-automation-02-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775" y="1005840"/>
            <a:ext cx="1628145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03｜系統架構圖</a:t>
            </a:r>
          </a:p>
        </p:txBody>
      </p:sp>
      <p:pic>
        <p:nvPicPr>
          <p:cNvPr id="3" name="Picture 2" descr="email-automation-03-系統架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39" y="1461576"/>
            <a:ext cx="11551615" cy="462064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04｜序列圖</a:t>
            </a:r>
          </a:p>
        </p:txBody>
      </p:sp>
      <p:pic>
        <p:nvPicPr>
          <p:cNvPr id="3" name="Picture 2" descr="email-automation-04-序列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183" y="1005840"/>
            <a:ext cx="9287327" cy="5532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"/>
          </a:xfrm>
          <a:prstGeom prst="rect">
            <a:avLst/>
          </a:prstGeom>
          <a:solidFill>
            <a:srgbClr val="0055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tIns="73152"/>
          <a:lstStyle/>
          <a:p>
            <a:pPr algn="ctr"/>
            <a:r>
              <a:rPr sz="2400" b="1">
                <a:solidFill>
                  <a:srgbClr val="FFFFFF"/>
                </a:solidFill>
              </a:rPr>
              <a:t>05｜狀態圖</a:t>
            </a:r>
          </a:p>
        </p:txBody>
      </p:sp>
      <p:pic>
        <p:nvPicPr>
          <p:cNvPr id="3" name="Picture 2" descr="email-automation-05-狀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6953" y="1005840"/>
            <a:ext cx="3637787" cy="5532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