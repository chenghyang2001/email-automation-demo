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email-automation-demo — 架構圖表合輯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5 張圖表 ｜ 來源 docs/architecture.md ｜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01｜心智圖</a:t>
            </a:r>
          </a:p>
        </p:txBody>
      </p:sp>
      <p:pic>
        <p:nvPicPr>
          <p:cNvPr id="3" name="Picture 2" descr="email-automation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43" y="1005840"/>
            <a:ext cx="1098020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02｜流程圖</a:t>
            </a:r>
          </a:p>
        </p:txBody>
      </p:sp>
      <p:pic>
        <p:nvPicPr>
          <p:cNvPr id="3" name="Picture 2" descr="email-automation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274" y="1005840"/>
            <a:ext cx="209314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03｜系統架構圖</a:t>
            </a:r>
          </a:p>
        </p:txBody>
      </p:sp>
      <p:pic>
        <p:nvPicPr>
          <p:cNvPr id="3" name="Picture 2" descr="email-automation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244331"/>
            <a:ext cx="11551615" cy="5055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04｜序列圖</a:t>
            </a:r>
          </a:p>
        </p:txBody>
      </p:sp>
      <p:pic>
        <p:nvPicPr>
          <p:cNvPr id="3" name="Picture 2" descr="email-automation-04-序列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33" y="1005840"/>
            <a:ext cx="9812629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05｜狀態圖</a:t>
            </a:r>
          </a:p>
        </p:txBody>
      </p:sp>
      <p:pic>
        <p:nvPicPr>
          <p:cNvPr id="3" name="Picture 2" descr="email-automation-05-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732" y="1005840"/>
            <a:ext cx="3146229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